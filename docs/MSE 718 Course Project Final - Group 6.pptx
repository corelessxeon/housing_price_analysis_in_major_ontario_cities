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261" r:id="rId5"/>
    <p:sldId id="262" r:id="rId6"/>
    <p:sldId id="272" r:id="rId7"/>
    <p:sldId id="263" r:id="rId8"/>
    <p:sldId id="264" r:id="rId9"/>
    <p:sldId id="271" r:id="rId10"/>
    <p:sldId id="265" r:id="rId11"/>
    <p:sldId id="266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3632CB-C26F-C50D-B823-B1A001716996}" name="Wentao Zang" initials="WZ" userId="9dd4e1e973bc8f2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62E677-ED34-4593-8559-EE2F9A5430E1}" v="316" dt="2026-03-28T03:43:30.461"/>
    <p1510:client id="{AF86AB9F-BCE6-2F17-AD01-ECBA48A8C608}" v="241" dt="2026-03-28T03:53:57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tao Zang" userId="9dd4e1e973bc8f2a" providerId="LiveId" clId="{38700D4C-73A3-4BB5-9BFF-7DAC025B7BF4}"/>
    <pc:docChg chg="undo redo custSel addSld delSld modSld sldOrd">
      <pc:chgData name="Wentao Zang" userId="9dd4e1e973bc8f2a" providerId="LiveId" clId="{38700D4C-73A3-4BB5-9BFF-7DAC025B7BF4}" dt="2026-03-28T03:36:08.933" v="473" actId="14100"/>
      <pc:docMkLst>
        <pc:docMk/>
      </pc:docMkLst>
      <pc:sldChg chg="modNotesTx">
        <pc:chgData name="Wentao Zang" userId="9dd4e1e973bc8f2a" providerId="LiveId" clId="{38700D4C-73A3-4BB5-9BFF-7DAC025B7BF4}" dt="2026-03-27T23:44:04.834" v="0" actId="20577"/>
        <pc:sldMkLst>
          <pc:docMk/>
          <pc:sldMk cId="1758588869" sldId="256"/>
        </pc:sldMkLst>
      </pc:sldChg>
      <pc:sldChg chg="del modNotesTx">
        <pc:chgData name="Wentao Zang" userId="9dd4e1e973bc8f2a" providerId="LiveId" clId="{38700D4C-73A3-4BB5-9BFF-7DAC025B7BF4}" dt="2026-03-27T23:44:28.490" v="4" actId="2696"/>
        <pc:sldMkLst>
          <pc:docMk/>
          <pc:sldMk cId="2014564087" sldId="258"/>
        </pc:sldMkLst>
      </pc:sldChg>
      <pc:sldChg chg="addSp delSp modSp mod modNotesTx">
        <pc:chgData name="Wentao Zang" userId="9dd4e1e973bc8f2a" providerId="LiveId" clId="{38700D4C-73A3-4BB5-9BFF-7DAC025B7BF4}" dt="2026-03-28T00:50:35.971" v="37" actId="1076"/>
        <pc:sldMkLst>
          <pc:docMk/>
          <pc:sldMk cId="3851400228" sldId="259"/>
        </pc:sldMkLst>
        <pc:spChg chg="del mod">
          <ac:chgData name="Wentao Zang" userId="9dd4e1e973bc8f2a" providerId="LiveId" clId="{38700D4C-73A3-4BB5-9BFF-7DAC025B7BF4}" dt="2026-03-27T23:45:38.577" v="8" actId="478"/>
          <ac:spMkLst>
            <pc:docMk/>
            <pc:sldMk cId="3851400228" sldId="259"/>
            <ac:spMk id="3" creationId="{152DC2D5-6D10-B0DA-BC21-C090ECD2B67A}"/>
          </ac:spMkLst>
        </pc:spChg>
        <pc:graphicFrameChg chg="add mod modGraphic">
          <ac:chgData name="Wentao Zang" userId="9dd4e1e973bc8f2a" providerId="LiveId" clId="{38700D4C-73A3-4BB5-9BFF-7DAC025B7BF4}" dt="2026-03-28T00:50:35.971" v="37" actId="1076"/>
          <ac:graphicFrameMkLst>
            <pc:docMk/>
            <pc:sldMk cId="3851400228" sldId="259"/>
            <ac:graphicFrameMk id="4" creationId="{9DDD52C2-BB27-33FB-C6A9-262655BC8F11}"/>
          </ac:graphicFrameMkLst>
        </pc:graphicFrameChg>
      </pc:sldChg>
      <pc:sldChg chg="modSp mod modNotesTx">
        <pc:chgData name="Wentao Zang" userId="9dd4e1e973bc8f2a" providerId="LiveId" clId="{38700D4C-73A3-4BB5-9BFF-7DAC025B7BF4}" dt="2026-03-28T01:39:56.503" v="155" actId="14100"/>
        <pc:sldMkLst>
          <pc:docMk/>
          <pc:sldMk cId="1146714126" sldId="260"/>
        </pc:sldMkLst>
        <pc:spChg chg="mod">
          <ac:chgData name="Wentao Zang" userId="9dd4e1e973bc8f2a" providerId="LiveId" clId="{38700D4C-73A3-4BB5-9BFF-7DAC025B7BF4}" dt="2026-03-28T01:08:00.069" v="55" actId="20577"/>
          <ac:spMkLst>
            <pc:docMk/>
            <pc:sldMk cId="1146714126" sldId="260"/>
            <ac:spMk id="2" creationId="{E941F7BA-5DA0-1370-A421-6EBBC0677BFE}"/>
          </ac:spMkLst>
        </pc:spChg>
        <pc:spChg chg="mod">
          <ac:chgData name="Wentao Zang" userId="9dd4e1e973bc8f2a" providerId="LiveId" clId="{38700D4C-73A3-4BB5-9BFF-7DAC025B7BF4}" dt="2026-03-28T01:39:56.503" v="155" actId="14100"/>
          <ac:spMkLst>
            <pc:docMk/>
            <pc:sldMk cId="1146714126" sldId="260"/>
            <ac:spMk id="3" creationId="{DB7DD5C0-BC85-C272-4E1C-D9C2E8F81E09}"/>
          </ac:spMkLst>
        </pc:spChg>
      </pc:sldChg>
      <pc:sldChg chg="addSp delSp modSp add mod">
        <pc:chgData name="Wentao Zang" userId="9dd4e1e973bc8f2a" providerId="LiveId" clId="{38700D4C-73A3-4BB5-9BFF-7DAC025B7BF4}" dt="2026-03-28T01:36:48.503" v="140"/>
        <pc:sldMkLst>
          <pc:docMk/>
          <pc:sldMk cId="969630030" sldId="261"/>
        </pc:sldMkLst>
        <pc:spChg chg="mod">
          <ac:chgData name="Wentao Zang" userId="9dd4e1e973bc8f2a" providerId="LiveId" clId="{38700D4C-73A3-4BB5-9BFF-7DAC025B7BF4}" dt="2026-03-28T01:29:59.835" v="136" actId="113"/>
          <ac:spMkLst>
            <pc:docMk/>
            <pc:sldMk cId="969630030" sldId="261"/>
            <ac:spMk id="2" creationId="{7B79C844-2C6E-F244-66B0-BF17E046E44A}"/>
          </ac:spMkLst>
        </pc:spChg>
        <pc:spChg chg="del">
          <ac:chgData name="Wentao Zang" userId="9dd4e1e973bc8f2a" providerId="LiveId" clId="{38700D4C-73A3-4BB5-9BFF-7DAC025B7BF4}" dt="2026-03-28T01:16:32.750" v="80" actId="478"/>
          <ac:spMkLst>
            <pc:docMk/>
            <pc:sldMk cId="969630030" sldId="261"/>
            <ac:spMk id="3" creationId="{49180A3F-455A-1B2E-A182-DC6CDDF1063D}"/>
          </ac:spMkLst>
        </pc:spChg>
        <pc:spChg chg="add del mod">
          <ac:chgData name="Wentao Zang" userId="9dd4e1e973bc8f2a" providerId="LiveId" clId="{38700D4C-73A3-4BB5-9BFF-7DAC025B7BF4}" dt="2026-03-28T01:16:35.080" v="81" actId="478"/>
          <ac:spMkLst>
            <pc:docMk/>
            <pc:sldMk cId="969630030" sldId="261"/>
            <ac:spMk id="6" creationId="{1AEDC56F-64D8-BF82-A4DF-16F1A0CFB8B3}"/>
          </ac:spMkLst>
        </pc:spChg>
        <pc:graphicFrameChg chg="add mod modGraphic">
          <ac:chgData name="Wentao Zang" userId="9dd4e1e973bc8f2a" providerId="LiveId" clId="{38700D4C-73A3-4BB5-9BFF-7DAC025B7BF4}" dt="2026-03-28T01:36:48.503" v="140"/>
          <ac:graphicFrameMkLst>
            <pc:docMk/>
            <pc:sldMk cId="969630030" sldId="261"/>
            <ac:graphicFrameMk id="4" creationId="{FC351579-F68F-51E4-70FE-4E7373729AE0}"/>
          </ac:graphicFrameMkLst>
        </pc:graphicFrameChg>
      </pc:sldChg>
      <pc:sldChg chg="new del">
        <pc:chgData name="Wentao Zang" userId="9dd4e1e973bc8f2a" providerId="LiveId" clId="{38700D4C-73A3-4BB5-9BFF-7DAC025B7BF4}" dt="2026-03-28T01:16:04.772" v="76" actId="47"/>
        <pc:sldMkLst>
          <pc:docMk/>
          <pc:sldMk cId="2619368985" sldId="261"/>
        </pc:sldMkLst>
      </pc:sldChg>
      <pc:sldChg chg="addSp delSp modSp add mod">
        <pc:chgData name="Wentao Zang" userId="9dd4e1e973bc8f2a" providerId="LiveId" clId="{38700D4C-73A3-4BB5-9BFF-7DAC025B7BF4}" dt="2026-03-28T03:17:49.706" v="461" actId="2711"/>
        <pc:sldMkLst>
          <pc:docMk/>
          <pc:sldMk cId="1525476262" sldId="262"/>
        </pc:sldMkLst>
        <pc:spChg chg="mod">
          <ac:chgData name="Wentao Zang" userId="9dd4e1e973bc8f2a" providerId="LiveId" clId="{38700D4C-73A3-4BB5-9BFF-7DAC025B7BF4}" dt="2026-03-28T01:30:08.819" v="137" actId="113"/>
          <ac:spMkLst>
            <pc:docMk/>
            <pc:sldMk cId="1525476262" sldId="262"/>
            <ac:spMk id="2" creationId="{A1E65F2A-97DF-058D-A151-A791EADFA3AF}"/>
          </ac:spMkLst>
        </pc:spChg>
        <pc:spChg chg="add del mod">
          <ac:chgData name="Wentao Zang" userId="9dd4e1e973bc8f2a" providerId="LiveId" clId="{38700D4C-73A3-4BB5-9BFF-7DAC025B7BF4}" dt="2026-03-28T01:29:38.543" v="134" actId="478"/>
          <ac:spMkLst>
            <pc:docMk/>
            <pc:sldMk cId="1525476262" sldId="262"/>
            <ac:spMk id="5" creationId="{72E92946-0AFF-89C5-E282-6A952F10C2A9}"/>
          </ac:spMkLst>
        </pc:spChg>
        <pc:spChg chg="add mod">
          <ac:chgData name="Wentao Zang" userId="9dd4e1e973bc8f2a" providerId="LiveId" clId="{38700D4C-73A3-4BB5-9BFF-7DAC025B7BF4}" dt="2026-03-28T03:17:49.706" v="461" actId="2711"/>
          <ac:spMkLst>
            <pc:docMk/>
            <pc:sldMk cId="1525476262" sldId="262"/>
            <ac:spMk id="8" creationId="{3EB1B5E1-10FD-772F-12D0-05E20219229D}"/>
          </ac:spMkLst>
        </pc:spChg>
        <pc:spChg chg="add mod">
          <ac:chgData name="Wentao Zang" userId="9dd4e1e973bc8f2a" providerId="LiveId" clId="{38700D4C-73A3-4BB5-9BFF-7DAC025B7BF4}" dt="2026-03-28T03:17:49.706" v="461" actId="2711"/>
          <ac:spMkLst>
            <pc:docMk/>
            <pc:sldMk cId="1525476262" sldId="262"/>
            <ac:spMk id="9" creationId="{23423A33-EE2E-4FC1-1BD4-0AAC3B2B492B}"/>
          </ac:spMkLst>
        </pc:spChg>
        <pc:graphicFrameChg chg="del">
          <ac:chgData name="Wentao Zang" userId="9dd4e1e973bc8f2a" providerId="LiveId" clId="{38700D4C-73A3-4BB5-9BFF-7DAC025B7BF4}" dt="2026-03-28T01:29:50.272" v="135" actId="478"/>
          <ac:graphicFrameMkLst>
            <pc:docMk/>
            <pc:sldMk cId="1525476262" sldId="262"/>
            <ac:graphicFrameMk id="4" creationId="{A7CD5F6B-7BE8-70A1-0CB6-1412CFE21A2D}"/>
          </ac:graphicFrameMkLst>
        </pc:graphicFrameChg>
        <pc:graphicFrameChg chg="add mod modGraphic">
          <ac:chgData name="Wentao Zang" userId="9dd4e1e973bc8f2a" providerId="LiveId" clId="{38700D4C-73A3-4BB5-9BFF-7DAC025B7BF4}" dt="2026-03-28T02:49:38.747" v="237" actId="1076"/>
          <ac:graphicFrameMkLst>
            <pc:docMk/>
            <pc:sldMk cId="1525476262" sldId="262"/>
            <ac:graphicFrameMk id="6" creationId="{F0C1C333-7F93-CB87-1A97-4FAB18094B05}"/>
          </ac:graphicFrameMkLst>
        </pc:graphicFrameChg>
        <pc:graphicFrameChg chg="add mod modGraphic">
          <ac:chgData name="Wentao Zang" userId="9dd4e1e973bc8f2a" providerId="LiveId" clId="{38700D4C-73A3-4BB5-9BFF-7DAC025B7BF4}" dt="2026-03-28T02:49:46.780" v="238" actId="1076"/>
          <ac:graphicFrameMkLst>
            <pc:docMk/>
            <pc:sldMk cId="1525476262" sldId="262"/>
            <ac:graphicFrameMk id="7" creationId="{3EC523FB-01E0-64B2-1A30-0516C3E30925}"/>
          </ac:graphicFrameMkLst>
        </pc:graphicFrameChg>
      </pc:sldChg>
      <pc:sldChg chg="addSp delSp modSp add mod">
        <pc:chgData name="Wentao Zang" userId="9dd4e1e973bc8f2a" providerId="LiveId" clId="{38700D4C-73A3-4BB5-9BFF-7DAC025B7BF4}" dt="2026-03-28T03:11:09.564" v="420" actId="1076"/>
        <pc:sldMkLst>
          <pc:docMk/>
          <pc:sldMk cId="3239667711" sldId="263"/>
        </pc:sldMkLst>
        <pc:spChg chg="mod">
          <ac:chgData name="Wentao Zang" userId="9dd4e1e973bc8f2a" providerId="LiveId" clId="{38700D4C-73A3-4BB5-9BFF-7DAC025B7BF4}" dt="2026-03-28T03:02:38.222" v="277" actId="20577"/>
          <ac:spMkLst>
            <pc:docMk/>
            <pc:sldMk cId="3239667711" sldId="263"/>
            <ac:spMk id="2" creationId="{5AE45536-043B-B022-BC79-D5A07AE7DB4B}"/>
          </ac:spMkLst>
        </pc:spChg>
        <pc:spChg chg="mod">
          <ac:chgData name="Wentao Zang" userId="9dd4e1e973bc8f2a" providerId="LiveId" clId="{38700D4C-73A3-4BB5-9BFF-7DAC025B7BF4}" dt="2026-03-28T03:11:09.564" v="420" actId="1076"/>
          <ac:spMkLst>
            <pc:docMk/>
            <pc:sldMk cId="3239667711" sldId="263"/>
            <ac:spMk id="8" creationId="{74831C57-9C9A-65EE-8C33-12E45DF58ECE}"/>
          </ac:spMkLst>
        </pc:spChg>
        <pc:spChg chg="del mod">
          <ac:chgData name="Wentao Zang" userId="9dd4e1e973bc8f2a" providerId="LiveId" clId="{38700D4C-73A3-4BB5-9BFF-7DAC025B7BF4}" dt="2026-03-28T03:03:29.694" v="287" actId="478"/>
          <ac:spMkLst>
            <pc:docMk/>
            <pc:sldMk cId="3239667711" sldId="263"/>
            <ac:spMk id="9" creationId="{06A3C9FE-415E-4D27-A90F-A9B3CEDA1603}"/>
          </ac:spMkLst>
        </pc:spChg>
        <pc:graphicFrameChg chg="del">
          <ac:chgData name="Wentao Zang" userId="9dd4e1e973bc8f2a" providerId="LiveId" clId="{38700D4C-73A3-4BB5-9BFF-7DAC025B7BF4}" dt="2026-03-28T03:02:44.888" v="278" actId="478"/>
          <ac:graphicFrameMkLst>
            <pc:docMk/>
            <pc:sldMk cId="3239667711" sldId="263"/>
            <ac:graphicFrameMk id="6" creationId="{142754C6-4574-9C8A-A63F-7CF4B7AA2502}"/>
          </ac:graphicFrameMkLst>
        </pc:graphicFrameChg>
        <pc:graphicFrameChg chg="del">
          <ac:chgData name="Wentao Zang" userId="9dd4e1e973bc8f2a" providerId="LiveId" clId="{38700D4C-73A3-4BB5-9BFF-7DAC025B7BF4}" dt="2026-03-28T03:02:46.434" v="279" actId="478"/>
          <ac:graphicFrameMkLst>
            <pc:docMk/>
            <pc:sldMk cId="3239667711" sldId="263"/>
            <ac:graphicFrameMk id="7" creationId="{9A891BFA-043F-44DF-F360-0FE8B1C2BB53}"/>
          </ac:graphicFrameMkLst>
        </pc:graphicFrameChg>
        <pc:picChg chg="add mod">
          <ac:chgData name="Wentao Zang" userId="9dd4e1e973bc8f2a" providerId="LiveId" clId="{38700D4C-73A3-4BB5-9BFF-7DAC025B7BF4}" dt="2026-03-28T03:04:38.650" v="300" actId="1076"/>
          <ac:picMkLst>
            <pc:docMk/>
            <pc:sldMk cId="3239667711" sldId="263"/>
            <ac:picMk id="4" creationId="{5F8CEE2F-3E9F-F2D2-9FEF-34D72E451DEB}"/>
          </ac:picMkLst>
        </pc:picChg>
        <pc:picChg chg="add del mod">
          <ac:chgData name="Wentao Zang" userId="9dd4e1e973bc8f2a" providerId="LiveId" clId="{38700D4C-73A3-4BB5-9BFF-7DAC025B7BF4}" dt="2026-03-28T03:03:26.798" v="286" actId="478"/>
          <ac:picMkLst>
            <pc:docMk/>
            <pc:sldMk cId="3239667711" sldId="263"/>
            <ac:picMk id="10" creationId="{11A8F063-418D-C19C-C962-197BE7D961B2}"/>
          </ac:picMkLst>
        </pc:picChg>
      </pc:sldChg>
      <pc:sldChg chg="addSp delSp modSp add mod setBg">
        <pc:chgData name="Wentao Zang" userId="9dd4e1e973bc8f2a" providerId="LiveId" clId="{38700D4C-73A3-4BB5-9BFF-7DAC025B7BF4}" dt="2026-03-28T03:11:20.942" v="422" actId="1076"/>
        <pc:sldMkLst>
          <pc:docMk/>
          <pc:sldMk cId="1619395634" sldId="264"/>
        </pc:sldMkLst>
        <pc:spChg chg="mod">
          <ac:chgData name="Wentao Zang" userId="9dd4e1e973bc8f2a" providerId="LiveId" clId="{38700D4C-73A3-4BB5-9BFF-7DAC025B7BF4}" dt="2026-03-28T03:05:23.619" v="313" actId="26606"/>
          <ac:spMkLst>
            <pc:docMk/>
            <pc:sldMk cId="1619395634" sldId="264"/>
            <ac:spMk id="2" creationId="{A2C096F0-4B9F-54B2-28F1-19B7D6D08C10}"/>
          </ac:spMkLst>
        </pc:spChg>
        <pc:spChg chg="mod">
          <ac:chgData name="Wentao Zang" userId="9dd4e1e973bc8f2a" providerId="LiveId" clId="{38700D4C-73A3-4BB5-9BFF-7DAC025B7BF4}" dt="2026-03-28T03:11:20.942" v="422" actId="1076"/>
          <ac:spMkLst>
            <pc:docMk/>
            <pc:sldMk cId="1619395634" sldId="264"/>
            <ac:spMk id="8" creationId="{9C4E6172-5662-D1BC-E546-BF25CEF5FD0C}"/>
          </ac:spMkLst>
        </pc:spChg>
        <pc:grpChg chg="add del">
          <ac:chgData name="Wentao Zang" userId="9dd4e1e973bc8f2a" providerId="LiveId" clId="{38700D4C-73A3-4BB5-9BFF-7DAC025B7BF4}" dt="2026-03-28T03:05:23.619" v="313" actId="26606"/>
          <ac:grpSpMkLst>
            <pc:docMk/>
            <pc:sldMk cId="1619395634" sldId="264"/>
            <ac:grpSpMk id="13" creationId="{6258F736-B256-8039-9DC6-F4E49A5C5AD5}"/>
          </ac:grpSpMkLst>
        </pc:grpChg>
        <pc:picChg chg="del">
          <ac:chgData name="Wentao Zang" userId="9dd4e1e973bc8f2a" providerId="LiveId" clId="{38700D4C-73A3-4BB5-9BFF-7DAC025B7BF4}" dt="2026-03-28T03:05:07.483" v="310" actId="478"/>
          <ac:picMkLst>
            <pc:docMk/>
            <pc:sldMk cId="1619395634" sldId="264"/>
            <ac:picMk id="4" creationId="{69D9C430-D139-F83F-77B6-8337E9105767}"/>
          </ac:picMkLst>
        </pc:picChg>
        <pc:picChg chg="add mod">
          <ac:chgData name="Wentao Zang" userId="9dd4e1e973bc8f2a" providerId="LiveId" clId="{38700D4C-73A3-4BB5-9BFF-7DAC025B7BF4}" dt="2026-03-28T03:05:42.204" v="316" actId="1076"/>
          <ac:picMkLst>
            <pc:docMk/>
            <pc:sldMk cId="1619395634" sldId="264"/>
            <ac:picMk id="5" creationId="{D2ED290B-7444-B77E-EE26-BA558920364C}"/>
          </ac:picMkLst>
        </pc:picChg>
      </pc:sldChg>
      <pc:sldChg chg="addSp delSp modSp add mod">
        <pc:chgData name="Wentao Zang" userId="9dd4e1e973bc8f2a" providerId="LiveId" clId="{38700D4C-73A3-4BB5-9BFF-7DAC025B7BF4}" dt="2026-03-28T03:11:28.001" v="425" actId="1076"/>
        <pc:sldMkLst>
          <pc:docMk/>
          <pc:sldMk cId="1856819677" sldId="265"/>
        </pc:sldMkLst>
        <pc:spChg chg="mod">
          <ac:chgData name="Wentao Zang" userId="9dd4e1e973bc8f2a" providerId="LiveId" clId="{38700D4C-73A3-4BB5-9BFF-7DAC025B7BF4}" dt="2026-03-28T03:11:28.001" v="425" actId="1076"/>
          <ac:spMkLst>
            <pc:docMk/>
            <pc:sldMk cId="1856819677" sldId="265"/>
            <ac:spMk id="8" creationId="{501204F7-6254-9C06-B36D-9165024C0567}"/>
          </ac:spMkLst>
        </pc:spChg>
        <pc:picChg chg="add mod ord">
          <ac:chgData name="Wentao Zang" userId="9dd4e1e973bc8f2a" providerId="LiveId" clId="{38700D4C-73A3-4BB5-9BFF-7DAC025B7BF4}" dt="2026-03-28T03:07:38.438" v="329" actId="1076"/>
          <ac:picMkLst>
            <pc:docMk/>
            <pc:sldMk cId="1856819677" sldId="265"/>
            <ac:picMk id="4" creationId="{6644D2D9-68AB-09B1-F284-9BD2D028E996}"/>
          </ac:picMkLst>
        </pc:picChg>
        <pc:picChg chg="del">
          <ac:chgData name="Wentao Zang" userId="9dd4e1e973bc8f2a" providerId="LiveId" clId="{38700D4C-73A3-4BB5-9BFF-7DAC025B7BF4}" dt="2026-03-28T03:06:22.342" v="322" actId="478"/>
          <ac:picMkLst>
            <pc:docMk/>
            <pc:sldMk cId="1856819677" sldId="265"/>
            <ac:picMk id="5" creationId="{07879719-9603-0F7A-3679-0DF07B70014A}"/>
          </ac:picMkLst>
        </pc:picChg>
      </pc:sldChg>
      <pc:sldChg chg="addSp delSp modSp add mod setBg">
        <pc:chgData name="Wentao Zang" userId="9dd4e1e973bc8f2a" providerId="LiveId" clId="{38700D4C-73A3-4BB5-9BFF-7DAC025B7BF4}" dt="2026-03-28T03:10:47.837" v="415" actId="1076"/>
        <pc:sldMkLst>
          <pc:docMk/>
          <pc:sldMk cId="3560884690" sldId="266"/>
        </pc:sldMkLst>
        <pc:spChg chg="mod">
          <ac:chgData name="Wentao Zang" userId="9dd4e1e973bc8f2a" providerId="LiveId" clId="{38700D4C-73A3-4BB5-9BFF-7DAC025B7BF4}" dt="2026-03-28T03:08:58.186" v="348" actId="26606"/>
          <ac:spMkLst>
            <pc:docMk/>
            <pc:sldMk cId="3560884690" sldId="266"/>
            <ac:spMk id="2" creationId="{947FD467-9B6C-748C-7714-539C5E9D66ED}"/>
          </ac:spMkLst>
        </pc:spChg>
        <pc:spChg chg="mod">
          <ac:chgData name="Wentao Zang" userId="9dd4e1e973bc8f2a" providerId="LiveId" clId="{38700D4C-73A3-4BB5-9BFF-7DAC025B7BF4}" dt="2026-03-28T03:10:47.837" v="415" actId="1076"/>
          <ac:spMkLst>
            <pc:docMk/>
            <pc:sldMk cId="3560884690" sldId="266"/>
            <ac:spMk id="8" creationId="{87D5059B-CD94-B550-31A1-688369CD58D6}"/>
          </ac:spMkLst>
        </pc:spChg>
        <pc:spChg chg="add del">
          <ac:chgData name="Wentao Zang" userId="9dd4e1e973bc8f2a" providerId="LiveId" clId="{38700D4C-73A3-4BB5-9BFF-7DAC025B7BF4}" dt="2026-03-28T03:08:58.186" v="348" actId="26606"/>
          <ac:spMkLst>
            <pc:docMk/>
            <pc:sldMk cId="3560884690" sldId="266"/>
            <ac:spMk id="13" creationId="{69D47016-023F-44BD-981C-50E7A10A6609}"/>
          </ac:spMkLst>
        </pc:spChg>
        <pc:spChg chg="add del">
          <ac:chgData name="Wentao Zang" userId="9dd4e1e973bc8f2a" providerId="LiveId" clId="{38700D4C-73A3-4BB5-9BFF-7DAC025B7BF4}" dt="2026-03-28T03:08:58.186" v="348" actId="26606"/>
          <ac:spMkLst>
            <pc:docMk/>
            <pc:sldMk cId="3560884690" sldId="266"/>
            <ac:spMk id="15" creationId="{6D8B37B0-0682-433E-BC8D-498C04ABD9A7}"/>
          </ac:spMkLst>
        </pc:spChg>
        <pc:picChg chg="del">
          <ac:chgData name="Wentao Zang" userId="9dd4e1e973bc8f2a" providerId="LiveId" clId="{38700D4C-73A3-4BB5-9BFF-7DAC025B7BF4}" dt="2026-03-28T03:07:46.997" v="331" actId="478"/>
          <ac:picMkLst>
            <pc:docMk/>
            <pc:sldMk cId="3560884690" sldId="266"/>
            <ac:picMk id="4" creationId="{413C1BD0-E501-3B5E-B06E-180B88CC82DA}"/>
          </ac:picMkLst>
        </pc:picChg>
        <pc:picChg chg="add mod">
          <ac:chgData name="Wentao Zang" userId="9dd4e1e973bc8f2a" providerId="LiveId" clId="{38700D4C-73A3-4BB5-9BFF-7DAC025B7BF4}" dt="2026-03-28T03:09:31.299" v="356" actId="1076"/>
          <ac:picMkLst>
            <pc:docMk/>
            <pc:sldMk cId="3560884690" sldId="266"/>
            <ac:picMk id="5" creationId="{85CBE4BD-9037-CEE0-C873-934EC42D51F7}"/>
          </ac:picMkLst>
        </pc:picChg>
        <pc:picChg chg="add mod">
          <ac:chgData name="Wentao Zang" userId="9dd4e1e973bc8f2a" providerId="LiveId" clId="{38700D4C-73A3-4BB5-9BFF-7DAC025B7BF4}" dt="2026-03-28T03:09:42.611" v="357" actId="1076"/>
          <ac:picMkLst>
            <pc:docMk/>
            <pc:sldMk cId="3560884690" sldId="266"/>
            <ac:picMk id="7" creationId="{9FF9A25B-366A-514E-D9F4-14F070901DB7}"/>
          </ac:picMkLst>
        </pc:picChg>
      </pc:sldChg>
      <pc:sldChg chg="addSp delSp modSp add mod ord">
        <pc:chgData name="Wentao Zang" userId="9dd4e1e973bc8f2a" providerId="LiveId" clId="{38700D4C-73A3-4BB5-9BFF-7DAC025B7BF4}" dt="2026-03-28T03:12:46.284" v="444" actId="1076"/>
        <pc:sldMkLst>
          <pc:docMk/>
          <pc:sldMk cId="2268866344" sldId="267"/>
        </pc:sldMkLst>
        <pc:spChg chg="mod">
          <ac:chgData name="Wentao Zang" userId="9dd4e1e973bc8f2a" providerId="LiveId" clId="{38700D4C-73A3-4BB5-9BFF-7DAC025B7BF4}" dt="2026-03-28T03:12:18.314" v="438" actId="1076"/>
          <ac:spMkLst>
            <pc:docMk/>
            <pc:sldMk cId="2268866344" sldId="267"/>
            <ac:spMk id="8" creationId="{51620BAA-2FDF-DF68-7200-CB471B004826}"/>
          </ac:spMkLst>
        </pc:spChg>
        <pc:picChg chg="del">
          <ac:chgData name="Wentao Zang" userId="9dd4e1e973bc8f2a" providerId="LiveId" clId="{38700D4C-73A3-4BB5-9BFF-7DAC025B7BF4}" dt="2026-03-28T03:12:20.060" v="439" actId="478"/>
          <ac:picMkLst>
            <pc:docMk/>
            <pc:sldMk cId="2268866344" sldId="267"/>
            <ac:picMk id="4" creationId="{923CED77-39DB-3EF1-BA41-E25BD8C40B83}"/>
          </ac:picMkLst>
        </pc:picChg>
        <pc:picChg chg="add mod ord">
          <ac:chgData name="Wentao Zang" userId="9dd4e1e973bc8f2a" providerId="LiveId" clId="{38700D4C-73A3-4BB5-9BFF-7DAC025B7BF4}" dt="2026-03-28T03:12:46.284" v="444" actId="1076"/>
          <ac:picMkLst>
            <pc:docMk/>
            <pc:sldMk cId="2268866344" sldId="267"/>
            <ac:picMk id="5" creationId="{A212EFF2-1E8B-4DBD-CCDD-6BEAF2D0BAEA}"/>
          </ac:picMkLst>
        </pc:picChg>
      </pc:sldChg>
      <pc:sldChg chg="modSp add mod ord">
        <pc:chgData name="Wentao Zang" userId="9dd4e1e973bc8f2a" providerId="LiveId" clId="{38700D4C-73A3-4BB5-9BFF-7DAC025B7BF4}" dt="2026-03-28T03:36:08.933" v="473" actId="14100"/>
        <pc:sldMkLst>
          <pc:docMk/>
          <pc:sldMk cId="1662289374" sldId="268"/>
        </pc:sldMkLst>
        <pc:spChg chg="mod">
          <ac:chgData name="Wentao Zang" userId="9dd4e1e973bc8f2a" providerId="LiveId" clId="{38700D4C-73A3-4BB5-9BFF-7DAC025B7BF4}" dt="2026-03-28T03:13:02.598" v="459" actId="20577"/>
          <ac:spMkLst>
            <pc:docMk/>
            <pc:sldMk cId="1662289374" sldId="268"/>
            <ac:spMk id="2" creationId="{65A9595C-A756-6F8E-C3CA-E417F405943E}"/>
          </ac:spMkLst>
        </pc:spChg>
        <pc:spChg chg="mod">
          <ac:chgData name="Wentao Zang" userId="9dd4e1e973bc8f2a" providerId="LiveId" clId="{38700D4C-73A3-4BB5-9BFF-7DAC025B7BF4}" dt="2026-03-28T03:36:08.933" v="473" actId="14100"/>
          <ac:spMkLst>
            <pc:docMk/>
            <pc:sldMk cId="1662289374" sldId="268"/>
            <ac:spMk id="3" creationId="{657973FA-AA1D-0F66-1572-4A77A87BD22E}"/>
          </ac:spMkLst>
        </pc:spChg>
      </pc:sldChg>
    </pc:docChg>
  </pc:docChgLst>
  <pc:docChgLst>
    <pc:chgData name="Guest User" providerId="Windows Live" clId="Web-{AF86AB9F-BCE6-2F17-AD01-ECBA48A8C608}"/>
    <pc:docChg chg="addSld delSld modSld sldOrd">
      <pc:chgData name="Guest User" userId="" providerId="Windows Live" clId="Web-{AF86AB9F-BCE6-2F17-AD01-ECBA48A8C608}" dt="2026-03-28T03:53:57.238" v="222"/>
      <pc:docMkLst>
        <pc:docMk/>
      </pc:docMkLst>
      <pc:sldChg chg="modSp">
        <pc:chgData name="Guest User" userId="" providerId="Windows Live" clId="Web-{AF86AB9F-BCE6-2F17-AD01-ECBA48A8C608}" dt="2026-03-28T03:24:13.574" v="0" actId="1076"/>
        <pc:sldMkLst>
          <pc:docMk/>
          <pc:sldMk cId="1146714126" sldId="260"/>
        </pc:sldMkLst>
        <pc:spChg chg="mod">
          <ac:chgData name="Guest User" userId="" providerId="Windows Live" clId="Web-{AF86AB9F-BCE6-2F17-AD01-ECBA48A8C608}" dt="2026-03-28T03:24:13.574" v="0" actId="1076"/>
          <ac:spMkLst>
            <pc:docMk/>
            <pc:sldMk cId="1146714126" sldId="260"/>
            <ac:spMk id="3" creationId="{DB7DD5C0-BC85-C272-4E1C-D9C2E8F81E09}"/>
          </ac:spMkLst>
        </pc:spChg>
      </pc:sldChg>
      <pc:sldChg chg="modSp">
        <pc:chgData name="Guest User" userId="" providerId="Windows Live" clId="Web-{AF86AB9F-BCE6-2F17-AD01-ECBA48A8C608}" dt="2026-03-28T03:26:45.830" v="18"/>
        <pc:sldMkLst>
          <pc:docMk/>
          <pc:sldMk cId="969630030" sldId="261"/>
        </pc:sldMkLst>
        <pc:graphicFrameChg chg="mod modGraphic">
          <ac:chgData name="Guest User" userId="" providerId="Windows Live" clId="Web-{AF86AB9F-BCE6-2F17-AD01-ECBA48A8C608}" dt="2026-03-28T03:26:45.830" v="18"/>
          <ac:graphicFrameMkLst>
            <pc:docMk/>
            <pc:sldMk cId="969630030" sldId="261"/>
            <ac:graphicFrameMk id="4" creationId="{FC351579-F68F-51E4-70FE-4E7373729AE0}"/>
          </ac:graphicFrameMkLst>
        </pc:graphicFrameChg>
      </pc:sldChg>
      <pc:sldChg chg="modSp">
        <pc:chgData name="Guest User" userId="" providerId="Windows Live" clId="Web-{AF86AB9F-BCE6-2F17-AD01-ECBA48A8C608}" dt="2026-03-28T03:42:01.324" v="180"/>
        <pc:sldMkLst>
          <pc:docMk/>
          <pc:sldMk cId="1525476262" sldId="262"/>
        </pc:sldMkLst>
        <pc:spChg chg="mod">
          <ac:chgData name="Guest User" userId="" providerId="Windows Live" clId="Web-{AF86AB9F-BCE6-2F17-AD01-ECBA48A8C608}" dt="2026-03-28T03:40:27.057" v="124" actId="14100"/>
          <ac:spMkLst>
            <pc:docMk/>
            <pc:sldMk cId="1525476262" sldId="262"/>
            <ac:spMk id="9" creationId="{23423A33-EE2E-4FC1-1BD4-0AAC3B2B492B}"/>
          </ac:spMkLst>
        </pc:spChg>
        <pc:graphicFrameChg chg="mod modGraphic">
          <ac:chgData name="Guest User" userId="" providerId="Windows Live" clId="Web-{AF86AB9F-BCE6-2F17-AD01-ECBA48A8C608}" dt="2026-03-28T03:39:48.775" v="113"/>
          <ac:graphicFrameMkLst>
            <pc:docMk/>
            <pc:sldMk cId="1525476262" sldId="262"/>
            <ac:graphicFrameMk id="6" creationId="{F0C1C333-7F93-CB87-1A97-4FAB18094B05}"/>
          </ac:graphicFrameMkLst>
        </pc:graphicFrameChg>
        <pc:graphicFrameChg chg="mod modGraphic">
          <ac:chgData name="Guest User" userId="" providerId="Windows Live" clId="Web-{AF86AB9F-BCE6-2F17-AD01-ECBA48A8C608}" dt="2026-03-28T03:42:01.324" v="180"/>
          <ac:graphicFrameMkLst>
            <pc:docMk/>
            <pc:sldMk cId="1525476262" sldId="262"/>
            <ac:graphicFrameMk id="7" creationId="{3EC523FB-01E0-64B2-1A30-0516C3E30925}"/>
          </ac:graphicFrameMkLst>
        </pc:graphicFrameChg>
      </pc:sldChg>
      <pc:sldChg chg="addSp delSp modSp">
        <pc:chgData name="Guest User" userId="" providerId="Windows Live" clId="Web-{AF86AB9F-BCE6-2F17-AD01-ECBA48A8C608}" dt="2026-03-28T03:29:21.222" v="36" actId="1076"/>
        <pc:sldMkLst>
          <pc:docMk/>
          <pc:sldMk cId="3239667711" sldId="263"/>
        </pc:sldMkLst>
        <pc:picChg chg="add mod">
          <ac:chgData name="Guest User" userId="" providerId="Windows Live" clId="Web-{AF86AB9F-BCE6-2F17-AD01-ECBA48A8C608}" dt="2026-03-28T03:29:21.222" v="36" actId="1076"/>
          <ac:picMkLst>
            <pc:docMk/>
            <pc:sldMk cId="3239667711" sldId="263"/>
            <ac:picMk id="3" creationId="{FA47EB78-9150-410C-8F53-671AAD5962BB}"/>
          </ac:picMkLst>
        </pc:picChg>
        <pc:picChg chg="del mod">
          <ac:chgData name="Guest User" userId="" providerId="Windows Live" clId="Web-{AF86AB9F-BCE6-2F17-AD01-ECBA48A8C608}" dt="2026-03-28T03:29:13.769" v="35"/>
          <ac:picMkLst>
            <pc:docMk/>
            <pc:sldMk cId="3239667711" sldId="263"/>
            <ac:picMk id="4" creationId="{5F8CEE2F-3E9F-F2D2-9FEF-34D72E451DEB}"/>
          </ac:picMkLst>
        </pc:picChg>
      </pc:sldChg>
      <pc:sldChg chg="addSp delSp modSp">
        <pc:chgData name="Guest User" userId="" providerId="Windows Live" clId="Web-{AF86AB9F-BCE6-2F17-AD01-ECBA48A8C608}" dt="2026-03-28T03:30:41.676" v="44" actId="1076"/>
        <pc:sldMkLst>
          <pc:docMk/>
          <pc:sldMk cId="1619395634" sldId="264"/>
        </pc:sldMkLst>
        <pc:picChg chg="add mod">
          <ac:chgData name="Guest User" userId="" providerId="Windows Live" clId="Web-{AF86AB9F-BCE6-2F17-AD01-ECBA48A8C608}" dt="2026-03-28T03:30:41.676" v="44" actId="1076"/>
          <ac:picMkLst>
            <pc:docMk/>
            <pc:sldMk cId="1619395634" sldId="264"/>
            <ac:picMk id="3" creationId="{89FF84C7-01A2-1CAA-7347-DCB76EB045C8}"/>
          </ac:picMkLst>
        </pc:picChg>
        <pc:picChg chg="del mod">
          <ac:chgData name="Guest User" userId="" providerId="Windows Live" clId="Web-{AF86AB9F-BCE6-2F17-AD01-ECBA48A8C608}" dt="2026-03-28T03:30:38.597" v="43"/>
          <ac:picMkLst>
            <pc:docMk/>
            <pc:sldMk cId="1619395634" sldId="264"/>
            <ac:picMk id="5" creationId="{D2ED290B-7444-B77E-EE26-BA558920364C}"/>
          </ac:picMkLst>
        </pc:picChg>
      </pc:sldChg>
      <pc:sldChg chg="addSp delSp modSp ord">
        <pc:chgData name="Guest User" userId="" providerId="Windows Live" clId="Web-{AF86AB9F-BCE6-2F17-AD01-ECBA48A8C608}" dt="2026-03-28T03:52:30.472" v="221"/>
        <pc:sldMkLst>
          <pc:docMk/>
          <pc:sldMk cId="1856819677" sldId="265"/>
        </pc:sldMkLst>
        <pc:picChg chg="add mod">
          <ac:chgData name="Guest User" userId="" providerId="Windows Live" clId="Web-{AF86AB9F-BCE6-2F17-AD01-ECBA48A8C608}" dt="2026-03-28T03:31:22.582" v="49" actId="14100"/>
          <ac:picMkLst>
            <pc:docMk/>
            <pc:sldMk cId="1856819677" sldId="265"/>
            <ac:picMk id="3" creationId="{BDEBC52D-7B8D-9AE5-FE2F-04D174F92C18}"/>
          </ac:picMkLst>
        </pc:picChg>
        <pc:picChg chg="del mod">
          <ac:chgData name="Guest User" userId="" providerId="Windows Live" clId="Web-{AF86AB9F-BCE6-2F17-AD01-ECBA48A8C608}" dt="2026-03-28T03:31:25.301" v="50"/>
          <ac:picMkLst>
            <pc:docMk/>
            <pc:sldMk cId="1856819677" sldId="265"/>
            <ac:picMk id="4" creationId="{6644D2D9-68AB-09B1-F284-9BD2D028E996}"/>
          </ac:picMkLst>
        </pc:picChg>
      </pc:sldChg>
      <pc:sldChg chg="addSp delSp modSp">
        <pc:chgData name="Guest User" userId="" providerId="Windows Live" clId="Web-{AF86AB9F-BCE6-2F17-AD01-ECBA48A8C608}" dt="2026-03-28T03:32:36.020" v="64" actId="1076"/>
        <pc:sldMkLst>
          <pc:docMk/>
          <pc:sldMk cId="3560884690" sldId="266"/>
        </pc:sldMkLst>
        <pc:picChg chg="add mod">
          <ac:chgData name="Guest User" userId="" providerId="Windows Live" clId="Web-{AF86AB9F-BCE6-2F17-AD01-ECBA48A8C608}" dt="2026-03-28T03:32:06.863" v="57" actId="1076"/>
          <ac:picMkLst>
            <pc:docMk/>
            <pc:sldMk cId="3560884690" sldId="266"/>
            <ac:picMk id="3" creationId="{7CAA4D45-4895-E785-1019-942095BEBE58}"/>
          </ac:picMkLst>
        </pc:picChg>
        <pc:picChg chg="add mod">
          <ac:chgData name="Guest User" userId="" providerId="Windows Live" clId="Web-{AF86AB9F-BCE6-2F17-AD01-ECBA48A8C608}" dt="2026-03-28T03:32:36.020" v="64" actId="1076"/>
          <ac:picMkLst>
            <pc:docMk/>
            <pc:sldMk cId="3560884690" sldId="266"/>
            <ac:picMk id="4" creationId="{C74973A5-6DB7-1A9D-9C06-A1954A84BEAB}"/>
          </ac:picMkLst>
        </pc:picChg>
        <pc:picChg chg="del mod">
          <ac:chgData name="Guest User" userId="" providerId="Windows Live" clId="Web-{AF86AB9F-BCE6-2F17-AD01-ECBA48A8C608}" dt="2026-03-28T03:32:32.692" v="63"/>
          <ac:picMkLst>
            <pc:docMk/>
            <pc:sldMk cId="3560884690" sldId="266"/>
            <ac:picMk id="5" creationId="{85CBE4BD-9037-CEE0-C873-934EC42D51F7}"/>
          </ac:picMkLst>
        </pc:picChg>
        <pc:picChg chg="del mod">
          <ac:chgData name="Guest User" userId="" providerId="Windows Live" clId="Web-{AF86AB9F-BCE6-2F17-AD01-ECBA48A8C608}" dt="2026-03-28T03:32:04.207" v="56"/>
          <ac:picMkLst>
            <pc:docMk/>
            <pc:sldMk cId="3560884690" sldId="266"/>
            <ac:picMk id="7" creationId="{9FF9A25B-366A-514E-D9F4-14F070901DB7}"/>
          </ac:picMkLst>
        </pc:picChg>
      </pc:sldChg>
      <pc:sldChg chg="del">
        <pc:chgData name="Guest User" userId="" providerId="Windows Live" clId="Web-{AF86AB9F-BCE6-2F17-AD01-ECBA48A8C608}" dt="2026-03-28T03:35:29.739" v="85"/>
        <pc:sldMkLst>
          <pc:docMk/>
          <pc:sldMk cId="2268866344" sldId="267"/>
        </pc:sldMkLst>
      </pc:sldChg>
      <pc:sldChg chg="addSp delSp modSp add replId">
        <pc:chgData name="Guest User" userId="" providerId="Windows Live" clId="Web-{AF86AB9F-BCE6-2F17-AD01-ECBA48A8C608}" dt="2026-03-28T03:35:23.677" v="84" actId="14100"/>
        <pc:sldMkLst>
          <pc:docMk/>
          <pc:sldMk cId="340364130" sldId="269"/>
        </pc:sldMkLst>
        <pc:spChg chg="mod">
          <ac:chgData name="Guest User" userId="" providerId="Windows Live" clId="Web-{AF86AB9F-BCE6-2F17-AD01-ECBA48A8C608}" dt="2026-03-28T03:34:06.661" v="71" actId="20577"/>
          <ac:spMkLst>
            <pc:docMk/>
            <pc:sldMk cId="340364130" sldId="269"/>
            <ac:spMk id="8" creationId="{79A65045-519F-2895-58B0-4BF8191C2F7A}"/>
          </ac:spMkLst>
        </pc:spChg>
        <pc:picChg chg="del mod">
          <ac:chgData name="Guest User" userId="" providerId="Windows Live" clId="Web-{AF86AB9F-BCE6-2F17-AD01-ECBA48A8C608}" dt="2026-03-28T03:35:02.646" v="77"/>
          <ac:picMkLst>
            <pc:docMk/>
            <pc:sldMk cId="340364130" sldId="269"/>
            <ac:picMk id="3" creationId="{4AC41EB6-B5E6-AAD7-2DF5-B0EA20D2CE6B}"/>
          </ac:picMkLst>
        </pc:picChg>
        <pc:picChg chg="del">
          <ac:chgData name="Guest User" userId="" providerId="Windows Live" clId="Web-{AF86AB9F-BCE6-2F17-AD01-ECBA48A8C608}" dt="2026-03-28T03:35:03.208" v="78"/>
          <ac:picMkLst>
            <pc:docMk/>
            <pc:sldMk cId="340364130" sldId="269"/>
            <ac:picMk id="4" creationId="{0AAC75A5-B070-2968-D0CA-AD00BC922E89}"/>
          </ac:picMkLst>
        </pc:picChg>
        <pc:picChg chg="add mod">
          <ac:chgData name="Guest User" userId="" providerId="Windows Live" clId="Web-{AF86AB9F-BCE6-2F17-AD01-ECBA48A8C608}" dt="2026-03-28T03:35:06.005" v="79" actId="1076"/>
          <ac:picMkLst>
            <pc:docMk/>
            <pc:sldMk cId="340364130" sldId="269"/>
            <ac:picMk id="5" creationId="{6C038CEB-DAA9-5971-E95C-CEB96A0F512C}"/>
          </ac:picMkLst>
        </pc:picChg>
        <pc:picChg chg="add mod">
          <ac:chgData name="Guest User" userId="" providerId="Windows Live" clId="Web-{AF86AB9F-BCE6-2F17-AD01-ECBA48A8C608}" dt="2026-03-28T03:35:23.677" v="84" actId="14100"/>
          <ac:picMkLst>
            <pc:docMk/>
            <pc:sldMk cId="340364130" sldId="269"/>
            <ac:picMk id="6" creationId="{1BCAC267-B869-5705-7220-45B6CA8C8924}"/>
          </ac:picMkLst>
        </pc:picChg>
      </pc:sldChg>
      <pc:sldChg chg="addSp delSp modSp add del replId">
        <pc:chgData name="Guest User" userId="" providerId="Windows Live" clId="Web-{AF86AB9F-BCE6-2F17-AD01-ECBA48A8C608}" dt="2026-03-28T03:48:28.578" v="192"/>
        <pc:sldMkLst>
          <pc:docMk/>
          <pc:sldMk cId="2258608605" sldId="270"/>
        </pc:sldMkLst>
        <pc:spChg chg="del mod">
          <ac:chgData name="Guest User" userId="" providerId="Windows Live" clId="Web-{AF86AB9F-BCE6-2F17-AD01-ECBA48A8C608}" dt="2026-03-28T03:47:01.750" v="184"/>
          <ac:spMkLst>
            <pc:docMk/>
            <pc:sldMk cId="2258608605" sldId="270"/>
            <ac:spMk id="2" creationId="{C3567619-0B3E-85DB-5DBD-85881F6EDB57}"/>
          </ac:spMkLst>
        </pc:spChg>
        <pc:spChg chg="del">
          <ac:chgData name="Guest User" userId="" providerId="Windows Live" clId="Web-{AF86AB9F-BCE6-2F17-AD01-ECBA48A8C608}" dt="2026-03-28T03:47:03.687" v="185"/>
          <ac:spMkLst>
            <pc:docMk/>
            <pc:sldMk cId="2258608605" sldId="270"/>
            <ac:spMk id="8" creationId="{617F811D-AF3F-3D60-0B2C-B000C3012DA7}"/>
          </ac:spMkLst>
        </pc:spChg>
        <pc:picChg chg="del">
          <ac:chgData name="Guest User" userId="" providerId="Windows Live" clId="Web-{AF86AB9F-BCE6-2F17-AD01-ECBA48A8C608}" dt="2026-03-28T03:46:55.156" v="182"/>
          <ac:picMkLst>
            <pc:docMk/>
            <pc:sldMk cId="2258608605" sldId="270"/>
            <ac:picMk id="3" creationId="{D43055DD-9BDD-2729-D7AC-E0B2EE493FEC}"/>
          </ac:picMkLst>
        </pc:picChg>
        <pc:picChg chg="add del mod">
          <ac:chgData name="Guest User" userId="" providerId="Windows Live" clId="Web-{AF86AB9F-BCE6-2F17-AD01-ECBA48A8C608}" dt="2026-03-28T03:48:26.735" v="191"/>
          <ac:picMkLst>
            <pc:docMk/>
            <pc:sldMk cId="2258608605" sldId="270"/>
            <ac:picMk id="4" creationId="{CC6CC1E9-87D1-DEA2-0FAB-4A755205237C}"/>
          </ac:picMkLst>
        </pc:picChg>
      </pc:sldChg>
      <pc:sldChg chg="addSp delSp modSp add ord replId">
        <pc:chgData name="Guest User" userId="" providerId="Windows Live" clId="Web-{AF86AB9F-BCE6-2F17-AD01-ECBA48A8C608}" dt="2026-03-28T03:53:57.238" v="222"/>
        <pc:sldMkLst>
          <pc:docMk/>
          <pc:sldMk cId="3434261411" sldId="271"/>
        </pc:sldMkLst>
        <pc:spChg chg="mod">
          <ac:chgData name="Guest User" userId="" providerId="Windows Live" clId="Web-{AF86AB9F-BCE6-2F17-AD01-ECBA48A8C608}" dt="2026-03-28T03:49:09.516" v="200" actId="20577"/>
          <ac:spMkLst>
            <pc:docMk/>
            <pc:sldMk cId="3434261411" sldId="271"/>
            <ac:spMk id="2" creationId="{30485377-AA08-0516-E1B8-775904E0BD59}"/>
          </ac:spMkLst>
        </pc:spChg>
        <pc:spChg chg="del">
          <ac:chgData name="Guest User" userId="" providerId="Windows Live" clId="Web-{AF86AB9F-BCE6-2F17-AD01-ECBA48A8C608}" dt="2026-03-28T03:49:32.376" v="201"/>
          <ac:spMkLst>
            <pc:docMk/>
            <pc:sldMk cId="3434261411" sldId="271"/>
            <ac:spMk id="8" creationId="{2E032718-4E20-6B0E-5570-F3C447B929CE}"/>
          </ac:spMkLst>
        </pc:spChg>
        <pc:picChg chg="del mod">
          <ac:chgData name="Guest User" userId="" providerId="Windows Live" clId="Web-{AF86AB9F-BCE6-2F17-AD01-ECBA48A8C608}" dt="2026-03-28T03:48:37.750" v="196"/>
          <ac:picMkLst>
            <pc:docMk/>
            <pc:sldMk cId="3434261411" sldId="271"/>
            <ac:picMk id="3" creationId="{E5B92245-8A35-F995-C190-C62C0B1CD4E7}"/>
          </ac:picMkLst>
        </pc:picChg>
        <pc:picChg chg="add del mod">
          <ac:chgData name="Guest User" userId="" providerId="Windows Live" clId="Web-{AF86AB9F-BCE6-2F17-AD01-ECBA48A8C608}" dt="2026-03-28T03:50:49.613" v="208"/>
          <ac:picMkLst>
            <pc:docMk/>
            <pc:sldMk cId="3434261411" sldId="271"/>
            <ac:picMk id="4" creationId="{596CE69F-785A-06D0-A5C8-A43B099154BF}"/>
          </ac:picMkLst>
        </pc:picChg>
        <pc:picChg chg="add mod">
          <ac:chgData name="Guest User" userId="" providerId="Windows Live" clId="Web-{AF86AB9F-BCE6-2F17-AD01-ECBA48A8C608}" dt="2026-03-28T03:52:23.191" v="220" actId="14100"/>
          <ac:picMkLst>
            <pc:docMk/>
            <pc:sldMk cId="3434261411" sldId="271"/>
            <ac:picMk id="5" creationId="{AFCDE343-5212-88ED-D4F9-F048830457C7}"/>
          </ac:picMkLst>
        </pc:picChg>
      </pc:sldChg>
      <pc:sldChg chg="addSp delSp modSp add replId">
        <pc:chgData name="Guest User" userId="" providerId="Windows Live" clId="Web-{AF86AB9F-BCE6-2F17-AD01-ECBA48A8C608}" dt="2026-03-28T03:51:11.378" v="215" actId="1076"/>
        <pc:sldMkLst>
          <pc:docMk/>
          <pc:sldMk cId="2417583095" sldId="272"/>
        </pc:sldMkLst>
        <pc:picChg chg="add mod">
          <ac:chgData name="Guest User" userId="" providerId="Windows Live" clId="Web-{AF86AB9F-BCE6-2F17-AD01-ECBA48A8C608}" dt="2026-03-28T03:51:11.378" v="215" actId="1076"/>
          <ac:picMkLst>
            <pc:docMk/>
            <pc:sldMk cId="2417583095" sldId="272"/>
            <ac:picMk id="3" creationId="{4CB99DAB-A46A-93C0-95BF-2482C3F19456}"/>
          </ac:picMkLst>
        </pc:picChg>
        <pc:picChg chg="del">
          <ac:chgData name="Guest User" userId="" providerId="Windows Live" clId="Web-{AF86AB9F-BCE6-2F17-AD01-ECBA48A8C608}" dt="2026-03-28T03:50:46.550" v="207"/>
          <ac:picMkLst>
            <pc:docMk/>
            <pc:sldMk cId="2417583095" sldId="272"/>
            <ac:picMk id="4" creationId="{21FF2134-A6F6-DF2F-F20E-4FD6D007A9C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4E265-84B0-4225-B7AC-D9C0CD145F21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5E99B-B6C2-4B7E-A8C3-9504C897403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0663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3594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0243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2229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0827F-3DE9-C0EC-8EDD-ADBF6CCD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442EA-A36D-6FF2-A129-B79C297A7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53D55-1053-63EE-A7E0-DD4E6D360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DF27A-1991-CFA8-AD57-FD55675DE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3545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4A800-4A19-071A-4D34-B63CDF36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718A8-46B4-983E-E7C4-E0A74E37E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5F7195-61A7-EEBC-61FE-A6ED3A91C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A7CC3-BAC5-77F2-B68C-CDF7151AF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1767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74083-EE0A-14D6-9981-B6334337E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11CFC-3DFF-D4F7-7BDA-F2DED9957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54B65-2455-7E1B-7FCF-4086637E7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E2281-03E2-B170-AD65-391AB0B27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3315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D14D8-1C77-2E47-1924-D28C65AC8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A4C1A-4D55-614D-CDE2-8D1E08A3AF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E236E-5F58-C1D0-2CEA-0BBC3B918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CD9B5-6001-590D-8AA4-72541BC58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2253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2BBD-60FA-223A-4993-0847A090B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6C8AF-60B1-E8BE-14A8-834ACC8F7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498E7-480A-35FF-7BC1-7145EFFAA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BD7A0-3C0B-152B-F720-B00387CA5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1722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01776-56E9-001F-DCA6-41B48C758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DC807-B9E6-CFCE-2237-7D422B6F7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B466-3881-27B3-D8D1-938F53349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FA7C5-BDE3-3E30-3D3E-31EEF7A43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3412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938F3-01CD-349F-5D47-CAF135336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7F884-BB8A-64CA-7507-35040C195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0AAE9-0C89-EED4-5B5A-C423195A0D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0E32C-4147-8D8D-F48E-D8CD1D930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6986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E1446-0488-7542-B2FF-401EE9F88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91A9E-F801-7AD8-F281-B8DC9C194F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63E72-3FDD-74F8-2063-5F3346AF6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7E1A6-AE39-4ECD-E63F-C4A499BB7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34020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1832-BDF6-B1DE-C755-FCC2FAB4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6A4B0-FCC7-1C1F-12E7-AF0F0154E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553A1-0E03-2A6A-DD88-708235124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8E731-BAEE-5FA4-DA1A-155CB454C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333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24F2A-E769-8CEA-6A35-8326FFD0C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EAEA1-4331-7E57-6C50-75C450D95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DB2A0B-0D55-1C8D-41DD-A03895D39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1A229-1B95-CE5C-8593-64900676C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5E99B-B6C2-4B7E-A8C3-9504C8974030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4838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F3CEC-3B0C-ECE6-0A8B-DC567F9B7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E2DB64-D276-07E3-59E8-257E2E196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07475-E165-D8E5-DEB7-AEA3A900D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02CFB-B43A-969B-BA33-BCF38ACE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20827-2525-BAC8-A07A-A4A530E70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794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68F64-4BE0-5918-F05C-180E6B8BD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F286E-EB15-714D-D8E7-EB4CDC5A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1547-2144-43BA-B0B9-65FC0EE3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8D5EA-65EB-F3A9-69EF-D316C5971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61E6B-71AC-FC87-89EE-39FD1179B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735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AAC1-B28C-60DB-70CF-BE39C627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BD680-65F8-3282-0EBD-DF31EC74E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61F8-8D4D-4C8C-0E39-2ED6D756C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1D2D0-3614-1429-6E55-4FC7657E8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5B1C4-0E78-DFE5-434E-47B93108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182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B1BD-303C-DC1D-37F3-F3FCF75B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9DF28-FA7E-F75C-F661-B6FFE51CB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AB160-59C8-C09B-C537-13375852C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AC69D-BBCE-3BCC-EAF2-D73002538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A4A221-7D1F-73CC-6E97-C04B10338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5D416-7454-CA0F-BDF1-03F81534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123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0AF4B-8299-6211-22E7-540E601C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4FAC0-A9F6-EC99-9067-B96BE54328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3E7FE-16FE-D90F-7159-3952F83AC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7ED21-06A8-7E64-9A09-284A53303F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66426-95F2-8D3A-FB8A-180F917B8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7BC52-5706-9427-4BFF-C0169A0B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EFBE9F-B523-0019-9E42-2F5AECEE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B16FE-0ED9-F133-07DA-3E417054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3988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D5B1B-3C63-22FB-AE4C-2FA5DC0BC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DF53E-F0E6-B904-BCFA-D4276AEB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72430-06F9-56E9-564D-CE53738D9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D3841-29DE-18F9-CE7F-64D70E600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418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A301D3-9808-578F-FBC7-384205221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2652E0-65C1-E0B9-0DBA-7FDAC1F6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8043D-8BE4-FE47-D5E4-CB036525B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3816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FA9D-E84D-E75C-701B-2B16682A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36F10-2827-AE28-4919-82DEF84A5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F1652-8D09-E6F6-A3C1-3BF24B6E5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43692-61E4-EFD8-2F38-C65B1E99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07069-7890-4F98-57E4-694B574E4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12CB3-018C-F3F4-3C69-D96ABB74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7756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DFE8-D009-D329-8C9A-CD236461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6D569-770C-13A0-271C-4098DA5FD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98708-04E7-3021-965C-B712967BB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A0416-F52D-E97D-ACAE-7D0630956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45314-34B6-DC7B-6414-9572EAD9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C72F5-5E68-3F49-FB37-C351CC4C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500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71A1-93AC-EB3D-64CE-A4FC8B9F2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32BE5-E186-A5EC-A075-ECF1192B8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AA58A-7C38-1E5A-FB95-4F9C9E556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04FB7-2B69-AD4B-EB01-FA6CC3938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55A85-50E9-2D0A-5023-D9BB5A5EA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7769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3A8E8-B389-AD7D-B3E3-56AE4EB4A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89921B-2B7F-3BEE-0650-1016E68DE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E815-EE7D-E21C-EB26-FD82F044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B24C1-FF17-F4DE-E848-ADC244EA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9E85B-0655-D617-07B3-8C5B6D1C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8256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34D8-BA61-2A80-A764-1C1700C87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7B6DF-4678-7656-9420-46CBD5B11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6140-3D77-563F-BB79-79FE990AC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74629-818F-4C63-90AE-59A50AC19BF7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5930-FA34-ACA8-1E6D-EB8CCAC0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A7476-7E2F-1A1C-0858-C6DA1804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3D8E-30FA-4E70-9EB3-CCD257F9FA8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6799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1D8784-D6CE-4144-E667-EB798DAA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10838-A1C3-37EC-4133-DD9AA5993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10A8B-EED5-1B89-DF0D-88EF49351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F98193-4D26-499B-9B8F-7D6196F666D9}" type="datetimeFigureOut">
              <a:rPr lang="en-CA" smtClean="0"/>
              <a:t>2026-03-27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5E0B9-C1E8-37C8-AE74-46FBC886C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ACDBA-ADEC-2DC3-8EEB-B9E0B32436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DD540-2831-4BE1-A4F1-07AF2B54786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404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0206-5319-FF4F-D4E1-5840FD78B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892300"/>
          </a:xfrm>
        </p:spPr>
        <p:txBody>
          <a:bodyPr>
            <a:normAutofit/>
          </a:bodyPr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 Multilevel Analysis of Housing Prices in Major Ontario Cities</a:t>
            </a:r>
            <a:endParaRPr lang="en-CA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AAF2E-4F62-5383-50AB-70441D32B3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300" y="2537619"/>
            <a:ext cx="9315450" cy="1782762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</a:t>
            </a:r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interest rates</a:t>
            </a:r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international student enrollment</a:t>
            </a:r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housing supply </a:t>
            </a:r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 to drive </a:t>
            </a:r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housing prices</a:t>
            </a:r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</a:t>
            </a:r>
            <a:r>
              <a:rPr lang="en-US" sz="3600" b="1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Ontario cities</a:t>
            </a:r>
            <a:r>
              <a:rPr 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6229B-1B44-7005-9597-569487CE3634}"/>
              </a:ext>
            </a:extLst>
          </p:cNvPr>
          <p:cNvSpPr txBox="1"/>
          <p:nvPr/>
        </p:nvSpPr>
        <p:spPr>
          <a:xfrm>
            <a:off x="7124700" y="4743450"/>
            <a:ext cx="35750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MSE 718 Term Project – Group 6</a:t>
            </a:r>
          </a:p>
          <a:p>
            <a:pPr algn="r"/>
            <a:r>
              <a:rPr lang="en-CA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Henry A. Tetteh</a:t>
            </a:r>
          </a:p>
          <a:p>
            <a:pPr algn="r"/>
            <a:r>
              <a:rPr lang="en-CA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Aymen Mehrez</a:t>
            </a:r>
          </a:p>
          <a:p>
            <a:pPr algn="r"/>
            <a:r>
              <a:rPr lang="en-CA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Gary Zang</a:t>
            </a:r>
          </a:p>
        </p:txBody>
      </p:sp>
    </p:spTree>
    <p:extLst>
      <p:ext uri="{BB962C8B-B14F-4D97-AF65-F5344CB8AC3E}">
        <p14:creationId xmlns:p14="http://schemas.microsoft.com/office/powerpoint/2010/main" val="175858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45ED-83E4-FAED-5C7F-F6E84AD1E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92" y="0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DDD52C2-BB27-33FB-C6A9-262655BC8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590796"/>
              </p:ext>
            </p:extLst>
          </p:nvPr>
        </p:nvGraphicFramePr>
        <p:xfrm>
          <a:off x="781592" y="1325563"/>
          <a:ext cx="10622799" cy="515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933">
                  <a:extLst>
                    <a:ext uri="{9D8B030D-6E8A-4147-A177-3AD203B41FA5}">
                      <a16:colId xmlns:a16="http://schemas.microsoft.com/office/drawing/2014/main" val="2552650683"/>
                    </a:ext>
                  </a:extLst>
                </a:gridCol>
                <a:gridCol w="3540933">
                  <a:extLst>
                    <a:ext uri="{9D8B030D-6E8A-4147-A177-3AD203B41FA5}">
                      <a16:colId xmlns:a16="http://schemas.microsoft.com/office/drawing/2014/main" val="1095078687"/>
                    </a:ext>
                  </a:extLst>
                </a:gridCol>
                <a:gridCol w="3540933">
                  <a:extLst>
                    <a:ext uri="{9D8B030D-6E8A-4147-A177-3AD203B41FA5}">
                      <a16:colId xmlns:a16="http://schemas.microsoft.com/office/drawing/2014/main" val="492482281"/>
                    </a:ext>
                  </a:extLst>
                </a:gridCol>
              </a:tblGrid>
              <a:tr h="985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File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Contents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Aggregation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39378921"/>
                  </a:ext>
                </a:extLst>
              </a:tr>
              <a:tr h="985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Housing_price_index.csv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Statistics Canada NHPI (18-10-0205-01)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Monthly → annual mean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92859979"/>
                  </a:ext>
                </a:extLst>
              </a:tr>
              <a:tr h="985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Interest_rate.csv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Bank of Canada daily overnight-rate target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Daily → annual mean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75193950"/>
                  </a:ext>
                </a:extLst>
              </a:tr>
              <a:tr h="985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 b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International_students.csv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StatCan 37-10-0232-01 — postsecondary enrolment by institution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 b="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Annual sum per CMA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227514906"/>
                  </a:ext>
                </a:extLst>
              </a:tr>
              <a:tr h="985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New_houses_built.csv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CMHC housing starts by CMA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Monthly → annual sum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30669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400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1F7BA-5DA0-1370-A421-6EBBC0677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Bayesian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B7DD5C0-BC85-C272-4E1C-D9C2E8F81E0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183729" y="1336952"/>
                <a:ext cx="9825134" cy="4263935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3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Model 1 (Base)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log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⁡_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h𝑝𝑖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~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𝑠𝑐𝑎𝑙𝑒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𝑖𝑛𝑡𝑙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_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𝑠𝑡𝑢𝑑𝑒𝑛𝑡𝑠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+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𝑝𝑜𝑙𝑖𝑐𝑦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_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𝑟𝑎𝑡𝑒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+ (1 +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𝑠𝑐𝑎𝑙𝑒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𝑖𝑛𝑡𝑙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_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𝑠𝑡𝑢𝑑𝑒𝑛𝑡𝑠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| 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𝑐𝑚𝑎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3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lang="en-US" sz="20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Estimates the baseline effect of international student enrolment on log(HPI) with a varying intercept and varying student slope per CMA.</a:t>
                </a:r>
              </a:p>
              <a:p>
                <a:pPr lvl="0"/>
                <a:endParaRPr lang="en-US" sz="20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32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Model 2 (Supply-Adjusted)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log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⁡_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h𝑝𝑖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~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𝑠𝑐𝑎𝑙𝑒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𝑖𝑛𝑡𝑙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_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𝑠𝑡𝑢𝑑𝑒𝑛𝑡𝑠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+ 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𝑝𝑜𝑙𝑖𝑐𝑦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_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𝑟𝑎𝑡𝑒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+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𝑠𝑐𝑎𝑙𝑒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h𝑜𝑢𝑠𝑒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_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𝑠𝑢𝑝𝑝𝑙𝑦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+ (1 +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𝑠𝑐𝑎𝑙𝑒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𝑖𝑛𝑡𝑙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_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𝑠𝑡𝑢𝑑𝑒𝑛𝑡𝑠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+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𝑠𝑐𝑎𝑙𝑒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h𝑜𝑢𝑠𝑒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_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𝑠𝑢𝑝𝑝𝑙𝑦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| 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𝑐𝑚𝑎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32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lang="en-US" sz="20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Adds housing starts as a supply-side control. Comparing the scale(</a:t>
                </a:r>
                <a:r>
                  <a:rPr lang="en-US" sz="20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intl_students</a:t>
                </a:r>
                <a:r>
                  <a:rPr lang="en-US" sz="20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coefficient between Model 1 and Model 2 is the key test for omitted variable bias.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B7DD5C0-BC85-C272-4E1C-D9C2E8F81E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83729" y="1336952"/>
                <a:ext cx="9825134" cy="4263935"/>
              </a:xfrm>
              <a:blipFill>
                <a:blip r:embed="rId3"/>
                <a:stretch>
                  <a:fillRect l="-1551" t="-3000" r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6714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C8BF-3877-C486-8331-CF92FB559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9C844-2C6E-F244-66B0-BF17E046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Priors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351579-F68F-51E4-70FE-4E7373729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095972"/>
              </p:ext>
            </p:extLst>
          </p:nvPr>
        </p:nvGraphicFramePr>
        <p:xfrm>
          <a:off x="838200" y="1343818"/>
          <a:ext cx="10515600" cy="482819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867397166"/>
                    </a:ext>
                  </a:extLst>
                </a:gridCol>
                <a:gridCol w="2701212">
                  <a:extLst>
                    <a:ext uri="{9D8B030D-6E8A-4147-A177-3AD203B41FA5}">
                      <a16:colId xmlns:a16="http://schemas.microsoft.com/office/drawing/2014/main" val="2088753155"/>
                    </a:ext>
                  </a:extLst>
                </a:gridCol>
                <a:gridCol w="4309188">
                  <a:extLst>
                    <a:ext uri="{9D8B030D-6E8A-4147-A177-3AD203B41FA5}">
                      <a16:colId xmlns:a16="http://schemas.microsoft.com/office/drawing/2014/main" val="1032438996"/>
                    </a:ext>
                  </a:extLst>
                </a:gridCol>
              </a:tblGrid>
              <a:tr h="47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Parameter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Prior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Rationale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743876460"/>
                  </a:ext>
                </a:extLst>
              </a:tr>
              <a:tr h="805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Intercept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normal(4.8, 0.5)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log(HPI) spans 4.57–5.15; weakly informative anchor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845483015"/>
                  </a:ext>
                </a:extLst>
              </a:tr>
              <a:tr h="805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/>
                          <a:ea typeface="Calibri"/>
                          <a:cs typeface="Calibri"/>
                        </a:rPr>
                        <a:t>scale(intl_students)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/>
                          <a:ea typeface="Calibri"/>
                          <a:cs typeface="Calibri"/>
                        </a:rPr>
                        <a:t>skew_normal(0.1, 0.1, 3)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Students need housing → upward demand pressure; data can override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52816611"/>
                  </a:ext>
                </a:extLst>
              </a:tr>
              <a:tr h="805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Calibri"/>
                          <a:ea typeface="Calibri"/>
                          <a:cs typeface="Calibri"/>
                        </a:rPr>
                        <a:t>policy_rate, scale(house_supply)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normal(0, 0.5)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Weakly informative, no directional assumption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93014070"/>
                  </a:ext>
                </a:extLst>
              </a:tr>
              <a:tr h="805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Group-level SD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exponential(1)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Controls shrinkage across 6 CMAs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36947344"/>
                  </a:ext>
                </a:extLst>
              </a:tr>
              <a:tr h="47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Residual SD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exponential(1)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CA" sz="1800" b="0" i="0" u="none" strike="noStrike" noProof="0">
                          <a:effectLst/>
                        </a:rPr>
                        <a:t>Regularises unexplained year-to-year variation</a:t>
                      </a:r>
                      <a:endParaRPr lang="en-US"/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30174424"/>
                  </a:ext>
                </a:extLst>
              </a:tr>
              <a:tr h="472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Intercept-slope correlation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effectLst/>
                          <a:latin typeface="Calibri"/>
                          <a:ea typeface="Calibri"/>
                          <a:cs typeface="Calibri"/>
                        </a:rPr>
                        <a:t>lkj(2)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effectLst/>
                        </a:rPr>
                        <a:t>Random effects correlation matrix</a:t>
                      </a:r>
                      <a:endParaRPr lang="en-US"/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82747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63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229E-49C4-AE46-048E-F63FE159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65F2A-97DF-058D-A151-A791EADF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C1C333-7F93-CB87-1A97-4FAB18094B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798801"/>
              </p:ext>
            </p:extLst>
          </p:nvPr>
        </p:nvGraphicFramePr>
        <p:xfrm>
          <a:off x="4112356" y="1202405"/>
          <a:ext cx="7307645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589">
                  <a:extLst>
                    <a:ext uri="{9D8B030D-6E8A-4147-A177-3AD203B41FA5}">
                      <a16:colId xmlns:a16="http://schemas.microsoft.com/office/drawing/2014/main" val="2234246134"/>
                    </a:ext>
                  </a:extLst>
                </a:gridCol>
                <a:gridCol w="394018">
                  <a:extLst>
                    <a:ext uri="{9D8B030D-6E8A-4147-A177-3AD203B41FA5}">
                      <a16:colId xmlns:a16="http://schemas.microsoft.com/office/drawing/2014/main" val="2269225928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1954090966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1513812412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3242839451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9058822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726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Price index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116.93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20.05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96.62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173.02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4204835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log(HPI)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4.749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0.157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4.571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5.153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19604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Policy rate (%)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1.479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1.378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0.250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4.743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55619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International students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24,132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26,050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3,708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105,729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62656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Housing starts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125.91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165.99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22.54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571.05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92024600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EC523FB-01E0-64B2-1A30-0516C3E30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215805"/>
              </p:ext>
            </p:extLst>
          </p:nvPr>
        </p:nvGraphicFramePr>
        <p:xfrm>
          <a:off x="2635250" y="4222750"/>
          <a:ext cx="878380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499">
                  <a:extLst>
                    <a:ext uri="{9D8B030D-6E8A-4147-A177-3AD203B41FA5}">
                      <a16:colId xmlns:a16="http://schemas.microsoft.com/office/drawing/2014/main" val="1682494624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2983900266"/>
                    </a:ext>
                  </a:extLst>
                </a:gridCol>
                <a:gridCol w="2026389">
                  <a:extLst>
                    <a:ext uri="{9D8B030D-6E8A-4147-A177-3AD203B41FA5}">
                      <a16:colId xmlns:a16="http://schemas.microsoft.com/office/drawing/2014/main" val="3267611026"/>
                    </a:ext>
                  </a:extLst>
                </a:gridCol>
                <a:gridCol w="947550">
                  <a:extLst>
                    <a:ext uri="{9D8B030D-6E8A-4147-A177-3AD203B41FA5}">
                      <a16:colId xmlns:a16="http://schemas.microsoft.com/office/drawing/2014/main" val="2775273483"/>
                    </a:ext>
                  </a:extLst>
                </a:gridCol>
                <a:gridCol w="1830536">
                  <a:extLst>
                    <a:ext uri="{9D8B030D-6E8A-4147-A177-3AD203B41FA5}">
                      <a16:colId xmlns:a16="http://schemas.microsoft.com/office/drawing/2014/main" val="770660031"/>
                    </a:ext>
                  </a:extLst>
                </a:gridCol>
              </a:tblGrid>
              <a:tr h="312420">
                <a:tc rowSpan="2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0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Parameter</a:t>
                      </a:r>
                    </a:p>
                  </a:txBody>
                  <a:tcPr marL="38100" marR="38100" marT="38100" marB="3810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0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1</a:t>
                      </a:r>
                    </a:p>
                  </a:txBody>
                  <a:tcPr marL="38100" marR="38100" marT="38100" marB="381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8100" marR="38100" marT="38100" marB="38100"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000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2</a:t>
                      </a:r>
                    </a:p>
                  </a:txBody>
                  <a:tcPr marL="38100" marR="38100" marT="38100" marB="38100" anchor="ctr"/>
                </a:tc>
                <a:tc h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CA" b="1">
                        <a:solidFill>
                          <a:srgbClr val="0D0D0D"/>
                        </a:solidFill>
                        <a:effectLst/>
                      </a:endParaRP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785949368"/>
                  </a:ext>
                </a:extLst>
              </a:tr>
              <a:tr h="312420">
                <a:tc vMerge="1">
                  <a:txBody>
                    <a:bodyPr/>
                    <a:lstStyle/>
                    <a:p>
                      <a:pPr algn="l">
                        <a:buNone/>
                      </a:pPr>
                      <a:endParaRPr lang="en-CA" b="1">
                        <a:solidFill>
                          <a:srgbClr val="0D0D0D"/>
                        </a:solidFill>
                        <a:effectLst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</a:t>
                      </a:r>
                      <a:endParaRPr lang="en-CA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0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</a:t>
                      </a:r>
                      <a:endParaRPr lang="en-CA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0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1528092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Intercept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4.898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[4.4884, 5.3305]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4.9343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[4.5196, 5.3431]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323551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International students (std.)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0.2111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[0.0877, 0.3862]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0.2141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[0.092, 0.3765]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4033210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Policy rate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-0.0343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[-0.0616, -0.0026]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-0.0166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[-0.053, 0.0271]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2009005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Housing starts (std.)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--</a:t>
                      </a: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0.1958</a:t>
                      </a:r>
                      <a:endParaRPr lang="en-CA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8100" marR="381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000">
                          <a:effectLst/>
                          <a:latin typeface="Calibri"/>
                          <a:ea typeface="Calibri"/>
                          <a:cs typeface="Calibri"/>
                        </a:rPr>
                        <a:t>[-0.162, 0.6608]</a:t>
                      </a:r>
                    </a:p>
                  </a:txBody>
                  <a:tcPr marL="38100" marR="38100" marT="38100" marB="38100" anchor="ctr"/>
                </a:tc>
                <a:extLst>
                  <a:ext uri="{0D108BD9-81ED-4DB2-BD59-A6C34878D82A}">
                    <a16:rowId xmlns:a16="http://schemas.microsoft.com/office/drawing/2014/main" val="7030977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EB1B5E1-10FD-772F-12D0-05E20219229D}"/>
              </a:ext>
            </a:extLst>
          </p:cNvPr>
          <p:cNvSpPr txBox="1"/>
          <p:nvPr/>
        </p:nvSpPr>
        <p:spPr>
          <a:xfrm>
            <a:off x="578498" y="2122192"/>
            <a:ext cx="3359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1: Panel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423A33-EE2E-4FC1-1BD4-0AAC3B2B492B}"/>
              </a:ext>
            </a:extLst>
          </p:cNvPr>
          <p:cNvSpPr txBox="1"/>
          <p:nvPr/>
        </p:nvSpPr>
        <p:spPr>
          <a:xfrm>
            <a:off x="578498" y="4638582"/>
            <a:ext cx="1796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 2: Main posterior estimates</a:t>
            </a:r>
            <a:endParaRPr lang="en-CA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47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1B4F-C375-FCBC-647B-1387C80D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322EE-30DB-5DDC-AFCC-A3E1D9E8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/>
                <a:ea typeface="Calibri"/>
                <a:cs typeface="Calibri"/>
              </a:rPr>
              <a:t>Results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B99DAB-A46A-93C0-95BF-2482C3F1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159" y="1642004"/>
            <a:ext cx="9076266" cy="436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8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C43F4-2F4B-189B-B6E9-6B93C8AB3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5536-043B-B022-BC79-D5A07AE7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Figures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831C57-9C9A-65EE-8C33-12E45DF58ECE}"/>
              </a:ext>
            </a:extLst>
          </p:cNvPr>
          <p:cNvSpPr txBox="1"/>
          <p:nvPr/>
        </p:nvSpPr>
        <p:spPr>
          <a:xfrm>
            <a:off x="1549705" y="6029409"/>
            <a:ext cx="9648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1: 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City-specific posterior slopes for the effect of international student enrollment on log(HPI) in Model 1.</a:t>
            </a:r>
            <a:endParaRPr lang="en-CA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graph with blue lines and white text&#10;&#10;AI-generated content may be incorrect.">
            <a:extLst>
              <a:ext uri="{FF2B5EF4-FFF2-40B4-BE49-F238E27FC236}">
                <a16:creationId xmlns:a16="http://schemas.microsoft.com/office/drawing/2014/main" id="{FA47EB78-9150-410C-8F53-671AAD596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52" y="1093566"/>
            <a:ext cx="8680879" cy="4818631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239667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EADCE-A12D-CD66-70D2-8874A7C9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96F0-4B9F-54B2-28F1-19B7D6D08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Figures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4E6172-5662-D1BC-E546-BF25CEF5FD0C}"/>
              </a:ext>
            </a:extLst>
          </p:cNvPr>
          <p:cNvSpPr txBox="1"/>
          <p:nvPr/>
        </p:nvSpPr>
        <p:spPr>
          <a:xfrm>
            <a:off x="1525962" y="6018393"/>
            <a:ext cx="9140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2: 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Pointwise PSIS-LOO log predictive density by CMA for Model 1.</a:t>
            </a:r>
            <a:endParaRPr lang="en-CA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graph with blue squares and white text&#10;&#10;AI-generated content may be incorrect.">
            <a:extLst>
              <a:ext uri="{FF2B5EF4-FFF2-40B4-BE49-F238E27FC236}">
                <a16:creationId xmlns:a16="http://schemas.microsoft.com/office/drawing/2014/main" id="{89FF84C7-01A2-1CAA-7347-DCB76EB04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1132415"/>
            <a:ext cx="8784167" cy="4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95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FB1A-81BE-3353-5FDA-FD9951C82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85377-AA08-0516-E1B8-775904E0B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/>
                <a:ea typeface="Calibri"/>
                <a:cs typeface="Calibri"/>
              </a:rPr>
              <a:t>Results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AFCDE343-5212-88ED-D4F9-F04883045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8" y="1190625"/>
            <a:ext cx="717232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26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5DA78-AC14-CCF7-6E0A-6D5D8154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EE47-8742-07A9-67A8-9D296F62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Figures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1204F7-6254-9C06-B36D-9165024C0567}"/>
              </a:ext>
            </a:extLst>
          </p:cNvPr>
          <p:cNvSpPr txBox="1"/>
          <p:nvPr/>
        </p:nvSpPr>
        <p:spPr>
          <a:xfrm>
            <a:off x="1437827" y="6027003"/>
            <a:ext cx="93163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3: 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Comparison of no pooling, complete pooling, and partial pooling estimates for the international-student effect.</a:t>
            </a:r>
            <a:endParaRPr lang="en-CA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 descr="A graph of a graph with red and blue lines&#10;&#10;AI-generated content may be incorrect.">
            <a:extLst>
              <a:ext uri="{FF2B5EF4-FFF2-40B4-BE49-F238E27FC236}">
                <a16:creationId xmlns:a16="http://schemas.microsoft.com/office/drawing/2014/main" id="{BDEBC52D-7B8D-9AE5-FE2F-04D174F92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" y="984250"/>
            <a:ext cx="8720667" cy="50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19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8250C-E51F-0242-6C78-545959DF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D467-9B6C-748C-7714-539C5E9D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Figures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D5059B-CD94-B550-31A1-688369CD58D6}"/>
              </a:ext>
            </a:extLst>
          </p:cNvPr>
          <p:cNvSpPr txBox="1"/>
          <p:nvPr/>
        </p:nvSpPr>
        <p:spPr>
          <a:xfrm>
            <a:off x="1066800" y="5135452"/>
            <a:ext cx="10058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 4-5: </a:t>
            </a:r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Posterior predictive intervals by CMA for Model 1 (left) </a:t>
            </a:r>
            <a:r>
              <a:rPr lang="en-US" altLang="zh-CN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2 (right).</a:t>
            </a:r>
            <a:endParaRPr lang="en-CA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AA4D45-4895-E785-1019-942095BEB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67" y="1342455"/>
            <a:ext cx="5947834" cy="31994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4973A5-6DB7-1A9D-9C06-A1954A84B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342455"/>
            <a:ext cx="5947834" cy="319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84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7B82-8994-544D-A2A5-89B40F2E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7061-3447-D5DA-7F78-3CF228D1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CA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Figures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A65045-519F-2895-58B0-4BF8191C2F7A}"/>
              </a:ext>
            </a:extLst>
          </p:cNvPr>
          <p:cNvSpPr txBox="1"/>
          <p:nvPr/>
        </p:nvSpPr>
        <p:spPr>
          <a:xfrm>
            <a:off x="1066800" y="5135452"/>
            <a:ext cx="1005839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2400">
                <a:latin typeface="Calibri"/>
                <a:ea typeface="Calibri"/>
                <a:cs typeface="Calibri"/>
              </a:rPr>
              <a:t>Figure 6-7: </a:t>
            </a:r>
            <a:r>
              <a:rPr lang="en-US" sz="2400">
                <a:latin typeface="Calibri"/>
                <a:ea typeface="Calibri"/>
                <a:cs typeface="Calibri"/>
              </a:rPr>
              <a:t>Observed and posterior predictive densities of log(HPI) by CMA for Model 1 (left) </a:t>
            </a:r>
            <a:r>
              <a:rPr lang="en-US" altLang="zh-CN" sz="2400">
                <a:latin typeface="Calibri"/>
                <a:ea typeface="Calibri"/>
                <a:cs typeface="Calibri"/>
              </a:rPr>
              <a:t>and 2 (right).</a:t>
            </a:r>
            <a:endParaRPr lang="en-CA" sz="2400">
              <a:latin typeface="Calibri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38CEB-DAA9-5971-E95C-CEB96A0F5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37" y="1111250"/>
            <a:ext cx="5686274" cy="3619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CAC267-B869-5705-7220-45B6CA8C8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87" y="1344083"/>
            <a:ext cx="5527524" cy="33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0DAD-B507-19F6-809A-46687A79F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595C-A756-6F8E-C3CA-E417F4059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altLang="zh-C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973FA-AA1D-0F66-1572-4A77A87BD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2310" y="1259787"/>
            <a:ext cx="10131489" cy="5141013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sz="3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</a:t>
            </a:r>
            <a:r>
              <a:rPr lang="en-US" sz="3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International student enrolment is positively associated with housing prices and policy rates are generally associated with lower prices, while housing supply does not show a clear independent effect in this dataset.</a:t>
            </a:r>
          </a:p>
          <a:p>
            <a:pPr>
              <a:lnSpc>
                <a:spcPct val="120000"/>
              </a:lnSpc>
            </a:pPr>
            <a:r>
              <a:rPr lang="en-US" sz="3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Comparison:</a:t>
            </a:r>
            <a:r>
              <a:rPr lang="en-US" sz="3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PSIS-LOO favors the simpler baseline model, since Model 2 adds complexity but performs worse out of sample (</a:t>
            </a:r>
            <a:r>
              <a:rPr lang="en-US" sz="38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elpd_loo</a:t>
            </a:r>
            <a:r>
              <a:rPr lang="en-US" sz="3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49.4 vs 53.4 for Model 1).</a:t>
            </a:r>
          </a:p>
          <a:p>
            <a:pPr>
              <a:lnSpc>
                <a:spcPct val="120000"/>
              </a:lnSpc>
            </a:pPr>
            <a:r>
              <a:rPr lang="en-US" sz="3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Heterogeneity Across CMAs:</a:t>
            </a:r>
            <a:r>
              <a:rPr lang="en-US" sz="3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The student-enrolment effect is not uniform across cities, appearing strongest in Ottawa-Gatineau and London and weakest in Toronto.</a:t>
            </a:r>
          </a:p>
          <a:p>
            <a:pPr>
              <a:lnSpc>
                <a:spcPct val="120000"/>
              </a:lnSpc>
            </a:pPr>
            <a:r>
              <a:rPr lang="en-US" sz="38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Limitations:</a:t>
            </a:r>
            <a:r>
              <a:rPr lang="en-US" sz="3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The results are associational rather than causal because the panel is small and annual, the predictors are highly collinear, and the diagnostics still show some influential observations and sampling warnings.</a:t>
            </a:r>
          </a:p>
          <a:p>
            <a:pPr marL="0" lvl="0" indent="0">
              <a:buNone/>
            </a:pPr>
            <a:endParaRPr lang="en-US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289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Bayesian Multilevel Analysis of Housing Prices in Major Ontario Cities</vt:lpstr>
      <vt:lpstr>Data Sources</vt:lpstr>
      <vt:lpstr>Bayesian Model</vt:lpstr>
      <vt:lpstr>Priors</vt:lpstr>
      <vt:lpstr>Results</vt:lpstr>
      <vt:lpstr>Results</vt:lpstr>
      <vt:lpstr>Figures</vt:lpstr>
      <vt:lpstr>Figures</vt:lpstr>
      <vt:lpstr>Results</vt:lpstr>
      <vt:lpstr>Figures</vt:lpstr>
      <vt:lpstr>Figures</vt:lpstr>
      <vt:lpstr>Figures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Zang</dc:creator>
  <cp:revision>1</cp:revision>
  <dcterms:created xsi:type="dcterms:W3CDTF">2026-03-11T03:52:18Z</dcterms:created>
  <dcterms:modified xsi:type="dcterms:W3CDTF">2026-03-28T03:53:58Z</dcterms:modified>
</cp:coreProperties>
</file>